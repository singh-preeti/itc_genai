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778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3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96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8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8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990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91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60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83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90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2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5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FFFF00"/>
                </a:solidFill>
              </a:rPr>
              <a:t>Session</a:t>
            </a:r>
            <a:r>
              <a:rPr b="1" dirty="0"/>
              <a:t> </a:t>
            </a:r>
            <a:r>
              <a:rPr b="1" dirty="0">
                <a:solidFill>
                  <a:srgbClr val="FFFF00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3185"/>
            <a:ext cx="4728313" cy="565204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endParaRPr dirty="0"/>
          </a:p>
          <a:p>
            <a:r>
              <a:rPr sz="2400" dirty="0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solidFill>
                  <a:schemeClr val="accent1"/>
                </a:solidFill>
                <a:latin typeface="+mj-lt"/>
              </a:rPr>
              <a:t> Understand modern GitHub Copilot capabilities</a:t>
            </a:r>
          </a:p>
          <a:p>
            <a:r>
              <a:rPr sz="2400" dirty="0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solidFill>
                  <a:schemeClr val="accent1"/>
                </a:solidFill>
                <a:latin typeface="+mj-lt"/>
              </a:rPr>
              <a:t>Customize Copilot output using coding standards</a:t>
            </a:r>
          </a:p>
          <a:p>
            <a:r>
              <a:rPr sz="2400" dirty="0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solidFill>
                  <a:schemeClr val="accent1"/>
                </a:solidFill>
                <a:latin typeface="+mj-lt"/>
              </a:rPr>
              <a:t> Use Copilot for full stack application planning</a:t>
            </a:r>
          </a:p>
          <a:p>
            <a:r>
              <a:rPr sz="2400" dirty="0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solidFill>
                  <a:schemeClr val="accent1"/>
                </a:solidFill>
                <a:latin typeface="+mj-lt"/>
              </a:rPr>
              <a:t> Apply Copilot safely in enterprise projects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GitHub Copilot?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GitHub Copilot is an AI-powered coding assistant that:</a:t>
            </a:r>
          </a:p>
          <a:p>
            <a:endParaRPr sz="1800" dirty="0"/>
          </a:p>
          <a:p>
            <a:pPr marL="0" indent="0">
              <a:buNone/>
            </a:pPr>
            <a:r>
              <a:rPr sz="1800" dirty="0"/>
              <a:t>- Generates code from natural language</a:t>
            </a:r>
          </a:p>
          <a:p>
            <a:pPr marL="0" indent="0">
              <a:buNone/>
            </a:pPr>
            <a:r>
              <a:rPr sz="1800" dirty="0"/>
              <a:t>- Understands existing codebase context</a:t>
            </a:r>
          </a:p>
          <a:p>
            <a:pPr marL="0" indent="0">
              <a:buNone/>
            </a:pPr>
            <a:r>
              <a:rPr sz="1800" dirty="0"/>
              <a:t>- Helps with testing, refactoring, and documentation</a:t>
            </a:r>
          </a:p>
          <a:p>
            <a:pPr marL="0" indent="0">
              <a:buNone/>
            </a:pPr>
            <a:r>
              <a:rPr sz="1800" dirty="0"/>
              <a:t>- Integrates directly with 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Product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dirty="0"/>
              <a:t>- Copilot Individual</a:t>
            </a:r>
          </a:p>
          <a:p>
            <a:pPr marL="0" indent="0">
              <a:buNone/>
            </a:pPr>
            <a:r>
              <a:rPr sz="1800" dirty="0"/>
              <a:t>- Copilot Business</a:t>
            </a:r>
          </a:p>
          <a:p>
            <a:pPr marL="0" indent="0">
              <a:buNone/>
            </a:pPr>
            <a:r>
              <a:rPr sz="1800" dirty="0"/>
              <a:t>- Copilot Enterprise</a:t>
            </a:r>
          </a:p>
          <a:p>
            <a:endParaRPr sz="1800" dirty="0"/>
          </a:p>
          <a:p>
            <a:r>
              <a:rPr sz="1800" dirty="0"/>
              <a:t>Enterprise adds security controls, policy enforcement and organization-wide customization.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Capabilities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Multi-file code generation</a:t>
            </a:r>
          </a:p>
          <a:p>
            <a:pPr marL="0" indent="0">
              <a:buNone/>
            </a:pPr>
            <a:r>
              <a:rPr dirty="0"/>
              <a:t>- Repository context understanding</a:t>
            </a:r>
          </a:p>
          <a:p>
            <a:pPr marL="0" indent="0">
              <a:buNone/>
            </a:pPr>
            <a:r>
              <a:rPr dirty="0"/>
              <a:t>- Test generation</a:t>
            </a:r>
          </a:p>
          <a:p>
            <a:pPr marL="0" indent="0">
              <a:buNone/>
            </a:pPr>
            <a:r>
              <a:rPr dirty="0"/>
              <a:t>- Code explanation &amp; refactoring</a:t>
            </a:r>
          </a:p>
          <a:p>
            <a:pPr marL="0" indent="0">
              <a:buNone/>
            </a:pPr>
            <a:r>
              <a:rPr dirty="0"/>
              <a:t>- Security suggestions</a:t>
            </a:r>
          </a:p>
          <a:p>
            <a:pPr marL="0" indent="0">
              <a:buNone/>
            </a:pPr>
            <a:r>
              <a:rPr dirty="0"/>
              <a:t>- Copilot Workspace</a:t>
            </a:r>
          </a:p>
          <a:p>
            <a:pPr marL="0" indent="0">
              <a:buNone/>
            </a:pPr>
            <a:r>
              <a:rPr dirty="0"/>
              <a:t>- Architecture and planning assistance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Smart Expense Tracker</a:t>
            </a:r>
          </a:p>
          <a:p>
            <a:endParaRPr dirty="0"/>
          </a:p>
          <a:p>
            <a:r>
              <a:rPr dirty="0"/>
              <a:t>Technology Stack:</a:t>
            </a:r>
          </a:p>
          <a:p>
            <a:pPr marL="0" indent="0">
              <a:buNone/>
            </a:pPr>
            <a:r>
              <a:rPr dirty="0"/>
              <a:t>- Backend: Spring Boot (Java 17)</a:t>
            </a:r>
          </a:p>
          <a:p>
            <a:pPr marL="0" indent="0">
              <a:buNone/>
            </a:pPr>
            <a:r>
              <a:rPr dirty="0"/>
              <a:t>- Frontend: React</a:t>
            </a:r>
          </a:p>
          <a:p>
            <a:pPr marL="0" indent="0">
              <a:buNone/>
            </a:pPr>
            <a:r>
              <a:rPr dirty="0"/>
              <a:t>- Database: PostgreSQL</a:t>
            </a:r>
          </a:p>
          <a:p>
            <a:pPr marL="0" indent="0">
              <a:buNone/>
            </a:pPr>
            <a:r>
              <a:rPr dirty="0"/>
              <a:t>- Authentication: JWT</a:t>
            </a:r>
          </a:p>
          <a:p>
            <a:pPr marL="0" indent="0">
              <a:buNone/>
            </a:pPr>
            <a:r>
              <a:rPr dirty="0"/>
              <a:t>- Deployment: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– Multi-file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Prompt Copilot to:</a:t>
            </a:r>
          </a:p>
          <a:p>
            <a:r>
              <a:rPr dirty="0"/>
              <a:t>"Create a REST API for managing expenses using Spring Boot"</a:t>
            </a:r>
          </a:p>
          <a:p>
            <a:endParaRPr dirty="0"/>
          </a:p>
          <a:p>
            <a:r>
              <a:rPr dirty="0"/>
              <a:t>Observe:</a:t>
            </a:r>
          </a:p>
          <a:p>
            <a:pPr marL="0" indent="0">
              <a:buNone/>
            </a:pPr>
            <a:r>
              <a:rPr dirty="0"/>
              <a:t>- Controller creation</a:t>
            </a:r>
          </a:p>
          <a:p>
            <a:pPr marL="0" indent="0">
              <a:buNone/>
            </a:pPr>
            <a:r>
              <a:rPr dirty="0"/>
              <a:t>- Service layer</a:t>
            </a:r>
          </a:p>
          <a:p>
            <a:pPr marL="0" indent="0">
              <a:buNone/>
            </a:pPr>
            <a:r>
              <a:rPr dirty="0"/>
              <a:t>- Repository layer</a:t>
            </a:r>
          </a:p>
          <a:p>
            <a:pPr marL="0" indent="0">
              <a:buNone/>
            </a:pPr>
            <a:r>
              <a:rPr dirty="0"/>
              <a:t>- Entity &amp; DTO classes</a:t>
            </a:r>
          </a:p>
          <a:p>
            <a:pPr marL="0" indent="0">
              <a:buNone/>
            </a:pPr>
            <a:r>
              <a:rPr dirty="0"/>
              <a:t>- Exception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– Code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Copilot Chat to:</a:t>
            </a:r>
          </a:p>
          <a:p>
            <a:pPr marL="0" indent="0">
              <a:buNone/>
            </a:pPr>
            <a:r>
              <a:rPr dirty="0"/>
              <a:t>- Explain existing code</a:t>
            </a:r>
          </a:p>
          <a:p>
            <a:pPr marL="0" indent="0">
              <a:buNone/>
            </a:pPr>
            <a:r>
              <a:rPr dirty="0"/>
              <a:t>- Identify design issues</a:t>
            </a:r>
          </a:p>
          <a:p>
            <a:pPr marL="0" indent="0">
              <a:buNone/>
            </a:pPr>
            <a:r>
              <a:rPr dirty="0"/>
              <a:t>- Suggest performance improvements</a:t>
            </a:r>
          </a:p>
          <a:p>
            <a:pPr marL="0" indent="0">
              <a:buNone/>
            </a:pPr>
            <a:r>
              <a:rPr dirty="0"/>
              <a:t>- Recommend best practices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– Test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Copilot can automatically:</a:t>
            </a:r>
          </a:p>
          <a:p>
            <a:pPr marL="0" indent="0">
              <a:buNone/>
            </a:pPr>
            <a:r>
              <a:rPr dirty="0"/>
              <a:t>- Generate JUnit 5 tests</a:t>
            </a:r>
          </a:p>
          <a:p>
            <a:pPr marL="0" indent="0">
              <a:buNone/>
            </a:pPr>
            <a:r>
              <a:rPr dirty="0"/>
              <a:t>- Create Mockito mocks</a:t>
            </a:r>
          </a:p>
          <a:p>
            <a:pPr marL="0" indent="0">
              <a:buNone/>
            </a:pPr>
            <a:r>
              <a:rPr dirty="0"/>
              <a:t>- Handle edge cases</a:t>
            </a:r>
          </a:p>
          <a:p>
            <a:pPr marL="0" indent="0">
              <a:buNone/>
            </a:pPr>
            <a:r>
              <a:rPr dirty="0"/>
              <a:t>- Improve coverage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Live Demo – Refactoring &amp;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Copilot to:</a:t>
            </a:r>
          </a:p>
          <a:p>
            <a:pPr marL="0" indent="0">
              <a:buNone/>
            </a:pPr>
            <a:r>
              <a:rPr dirty="0"/>
              <a:t>- Refactor legacy code</a:t>
            </a:r>
          </a:p>
          <a:p>
            <a:pPr marL="0" indent="0">
              <a:buNone/>
            </a:pPr>
            <a:r>
              <a:rPr dirty="0"/>
              <a:t>- Convert loops to streams</a:t>
            </a:r>
          </a:p>
          <a:p>
            <a:pPr marL="0" indent="0">
              <a:buNone/>
            </a:pPr>
            <a:r>
              <a:rPr dirty="0"/>
              <a:t>- Generate </a:t>
            </a:r>
            <a:r>
              <a:rPr dirty="0" err="1"/>
              <a:t>JavaDocs</a:t>
            </a:r>
            <a:endParaRPr dirty="0"/>
          </a:p>
          <a:p>
            <a:pPr marL="0" indent="0">
              <a:buNone/>
            </a:pPr>
            <a:r>
              <a:rPr dirty="0"/>
              <a:t>- Add inline comments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Customize Copilot?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Without customization:</a:t>
            </a:r>
          </a:p>
          <a:p>
            <a:pPr marL="0" indent="0">
              <a:buNone/>
            </a:pPr>
            <a:r>
              <a:rPr dirty="0"/>
              <a:t>- Inconsistent code style</a:t>
            </a:r>
          </a:p>
          <a:p>
            <a:pPr marL="0" indent="0">
              <a:buNone/>
            </a:pPr>
            <a:r>
              <a:rPr dirty="0"/>
              <a:t>- Architecture violations</a:t>
            </a:r>
          </a:p>
          <a:p>
            <a:pPr marL="0" indent="0">
              <a:buNone/>
            </a:pPr>
            <a:r>
              <a:rPr dirty="0"/>
              <a:t>- Security risks</a:t>
            </a:r>
          </a:p>
          <a:p>
            <a:pPr marL="0" indent="0">
              <a:buNone/>
            </a:pPr>
            <a:r>
              <a:rPr dirty="0"/>
              <a:t>- Hard to maintain code</a:t>
            </a:r>
          </a:p>
          <a:p>
            <a:endParaRPr dirty="0"/>
          </a:p>
          <a:p>
            <a:r>
              <a:rPr dirty="0"/>
              <a:t>Customization enforces engineering discipline.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Customization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Use .</a:t>
            </a:r>
            <a:r>
              <a:rPr dirty="0" err="1"/>
              <a:t>github</a:t>
            </a:r>
            <a:r>
              <a:rPr dirty="0"/>
              <a:t>/copilot-instructions.md to define: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- Java version</a:t>
            </a:r>
          </a:p>
          <a:p>
            <a:pPr marL="0" indent="0">
              <a:buNone/>
            </a:pPr>
            <a:r>
              <a:rPr dirty="0"/>
              <a:t>- Architecture style</a:t>
            </a:r>
          </a:p>
          <a:p>
            <a:pPr marL="0" indent="0">
              <a:buNone/>
            </a:pPr>
            <a:r>
              <a:rPr dirty="0"/>
              <a:t>- Naming conventions</a:t>
            </a:r>
          </a:p>
          <a:p>
            <a:pPr marL="0" indent="0">
              <a:buNone/>
            </a:pPr>
            <a:r>
              <a:rPr dirty="0"/>
              <a:t>- Security rules</a:t>
            </a:r>
          </a:p>
          <a:p>
            <a:pPr marL="0" indent="0">
              <a:buNone/>
            </a:pPr>
            <a:r>
              <a:rPr dirty="0"/>
              <a:t>- Testing frameworks</a:t>
            </a:r>
          </a:p>
          <a:p>
            <a:pPr marL="0" indent="0">
              <a:buNone/>
            </a:pPr>
            <a:r>
              <a:rPr dirty="0"/>
              <a:t>- Code formatting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Customization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Example rules:</a:t>
            </a:r>
          </a:p>
          <a:p>
            <a:pPr marL="0" indent="0">
              <a:buNone/>
            </a:pPr>
            <a:r>
              <a:rPr dirty="0"/>
              <a:t>- Java 17</a:t>
            </a:r>
          </a:p>
          <a:p>
            <a:pPr marL="0" indent="0">
              <a:buNone/>
            </a:pPr>
            <a:r>
              <a:rPr dirty="0"/>
              <a:t>- Layered architecture</a:t>
            </a:r>
          </a:p>
          <a:p>
            <a:pPr marL="0" indent="0">
              <a:buNone/>
            </a:pPr>
            <a:r>
              <a:rPr dirty="0"/>
              <a:t>- DTO usage</a:t>
            </a:r>
          </a:p>
          <a:p>
            <a:pPr marL="0" indent="0">
              <a:buNone/>
            </a:pPr>
            <a:r>
              <a:rPr dirty="0"/>
              <a:t>- Constructor injection</a:t>
            </a:r>
          </a:p>
          <a:p>
            <a:pPr marL="0" indent="0">
              <a:buNone/>
            </a:pPr>
            <a:r>
              <a:rPr dirty="0"/>
              <a:t>- Lombok annotations</a:t>
            </a:r>
          </a:p>
          <a:p>
            <a:pPr marL="0" indent="0">
              <a:buNone/>
            </a:pPr>
            <a:r>
              <a:rPr dirty="0"/>
              <a:t>- Validation annotations</a:t>
            </a:r>
          </a:p>
          <a:p>
            <a:pPr marL="0" indent="0">
              <a:buNone/>
            </a:pPr>
            <a:r>
              <a:rPr dirty="0"/>
              <a:t>- No secrets in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vs After Customization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Before:</a:t>
            </a:r>
          </a:p>
          <a:p>
            <a:pPr marL="0" indent="0">
              <a:buNone/>
            </a:pPr>
            <a:r>
              <a:rPr dirty="0"/>
              <a:t>- Field injection</a:t>
            </a:r>
          </a:p>
          <a:p>
            <a:pPr marL="0" indent="0">
              <a:buNone/>
            </a:pPr>
            <a:r>
              <a:rPr dirty="0"/>
              <a:t>- No validation</a:t>
            </a:r>
          </a:p>
          <a:p>
            <a:pPr marL="0" indent="0">
              <a:buNone/>
            </a:pPr>
            <a:r>
              <a:rPr dirty="0"/>
              <a:t>- No tests</a:t>
            </a:r>
          </a:p>
          <a:p>
            <a:endParaRPr dirty="0"/>
          </a:p>
          <a:p>
            <a:r>
              <a:rPr dirty="0"/>
              <a:t>After:</a:t>
            </a:r>
          </a:p>
          <a:p>
            <a:pPr marL="0" indent="0">
              <a:buNone/>
            </a:pPr>
            <a:r>
              <a:rPr dirty="0"/>
              <a:t>- Clean architecture</a:t>
            </a:r>
          </a:p>
          <a:p>
            <a:pPr marL="0" indent="0">
              <a:buNone/>
            </a:pPr>
            <a:r>
              <a:rPr dirty="0"/>
              <a:t>- Secure input handling</a:t>
            </a:r>
          </a:p>
          <a:p>
            <a:pPr marL="0" indent="0">
              <a:buNone/>
            </a:pPr>
            <a:r>
              <a:rPr dirty="0"/>
              <a:t>- Automated tests</a:t>
            </a:r>
          </a:p>
          <a:p>
            <a:pPr marL="0" indent="0">
              <a:buNone/>
            </a:pPr>
            <a:r>
              <a:rPr dirty="0"/>
              <a:t>- Maintainable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Copilot should follow:</a:t>
            </a:r>
          </a:p>
          <a:p>
            <a:pPr marL="0" indent="0">
              <a:buNone/>
            </a:pPr>
            <a:r>
              <a:rPr dirty="0"/>
              <a:t>- OWASP Top 10</a:t>
            </a:r>
          </a:p>
          <a:p>
            <a:pPr marL="0" indent="0">
              <a:buNone/>
            </a:pPr>
            <a:r>
              <a:rPr dirty="0"/>
              <a:t>- Input validation</a:t>
            </a:r>
          </a:p>
          <a:p>
            <a:pPr marL="0" indent="0">
              <a:buNone/>
            </a:pPr>
            <a:r>
              <a:rPr dirty="0"/>
              <a:t>- Secure authentication</a:t>
            </a:r>
          </a:p>
          <a:p>
            <a:pPr marL="0" indent="0">
              <a:buNone/>
            </a:pPr>
            <a:r>
              <a:rPr dirty="0"/>
              <a:t>- Proper logging</a:t>
            </a:r>
          </a:p>
          <a:p>
            <a:pPr marL="0" indent="0">
              <a:buNone/>
            </a:pPr>
            <a:r>
              <a:rPr dirty="0"/>
              <a:t>- No sensitive data leakage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Copilot as Solution Architect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Copilot can assist in:</a:t>
            </a:r>
          </a:p>
          <a:p>
            <a:pPr marL="0" indent="0">
              <a:buNone/>
            </a:pPr>
            <a:r>
              <a:rPr dirty="0"/>
              <a:t>- Gathering requirements</a:t>
            </a:r>
          </a:p>
          <a:p>
            <a:pPr marL="0" indent="0">
              <a:buNone/>
            </a:pPr>
            <a:r>
              <a:rPr dirty="0"/>
              <a:t>- Designing architecture</a:t>
            </a:r>
          </a:p>
          <a:p>
            <a:pPr marL="0" indent="0">
              <a:buNone/>
            </a:pPr>
            <a:r>
              <a:rPr dirty="0"/>
              <a:t>- Creating DB schema</a:t>
            </a:r>
          </a:p>
          <a:p>
            <a:pPr marL="0" indent="0">
              <a:buNone/>
            </a:pPr>
            <a:r>
              <a:rPr dirty="0"/>
              <a:t>- Designing APIs</a:t>
            </a:r>
          </a:p>
          <a:p>
            <a:pPr marL="0" indent="0">
              <a:buNone/>
            </a:pPr>
            <a:r>
              <a:rPr dirty="0"/>
              <a:t>- Frontend planning</a:t>
            </a:r>
          </a:p>
          <a:p>
            <a:pPr marL="0" indent="0">
              <a:buNone/>
            </a:pPr>
            <a:r>
              <a:rPr dirty="0"/>
              <a:t>- DevOps strategy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Copilot generates:</a:t>
            </a:r>
          </a:p>
          <a:p>
            <a:pPr marL="0" indent="0">
              <a:buNone/>
            </a:pPr>
            <a:r>
              <a:rPr dirty="0"/>
              <a:t>- Functional requirements</a:t>
            </a:r>
          </a:p>
          <a:p>
            <a:pPr marL="0" indent="0">
              <a:buNone/>
            </a:pPr>
            <a:r>
              <a:rPr dirty="0"/>
              <a:t>- Non-functional requirements</a:t>
            </a:r>
          </a:p>
          <a:p>
            <a:pPr marL="0" indent="0">
              <a:buNone/>
            </a:pPr>
            <a:r>
              <a:rPr dirty="0"/>
              <a:t>- Performance goals</a:t>
            </a:r>
          </a:p>
          <a:p>
            <a:pPr marL="0" indent="0">
              <a:buNone/>
            </a:pPr>
            <a:r>
              <a:rPr dirty="0"/>
              <a:t>- Security requirements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Copilot can propose:</a:t>
            </a:r>
          </a:p>
          <a:p>
            <a:pPr marL="0" indent="0">
              <a:buNone/>
            </a:pPr>
            <a:r>
              <a:rPr dirty="0"/>
              <a:t>- Monolith vs Microservices</a:t>
            </a:r>
          </a:p>
          <a:p>
            <a:pPr marL="0" indent="0">
              <a:buNone/>
            </a:pPr>
            <a:r>
              <a:rPr dirty="0"/>
              <a:t>- Component diagrams</a:t>
            </a:r>
          </a:p>
          <a:p>
            <a:pPr marL="0" indent="0">
              <a:buNone/>
            </a:pPr>
            <a:r>
              <a:rPr dirty="0"/>
              <a:t>- Data flow</a:t>
            </a:r>
          </a:p>
          <a:p>
            <a:pPr marL="0" indent="0">
              <a:buNone/>
            </a:pPr>
            <a:r>
              <a:rPr dirty="0"/>
              <a:t>- Deployment architecture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&amp; API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Copilot helps with:</a:t>
            </a:r>
          </a:p>
          <a:p>
            <a:pPr marL="0" indent="0">
              <a:buNone/>
            </a:pPr>
            <a:r>
              <a:rPr dirty="0"/>
              <a:t>- Table design</a:t>
            </a:r>
          </a:p>
          <a:p>
            <a:pPr marL="0" indent="0">
              <a:buNone/>
            </a:pPr>
            <a:r>
              <a:rPr dirty="0"/>
              <a:t>- Relationships</a:t>
            </a:r>
          </a:p>
          <a:p>
            <a:pPr marL="0" indent="0">
              <a:buNone/>
            </a:pPr>
            <a:r>
              <a:rPr dirty="0"/>
              <a:t>- Indexing</a:t>
            </a:r>
          </a:p>
          <a:p>
            <a:pPr marL="0" indent="0">
              <a:buNone/>
            </a:pPr>
            <a:r>
              <a:rPr dirty="0"/>
              <a:t>- REST endpoints</a:t>
            </a:r>
          </a:p>
          <a:p>
            <a:pPr marL="0" indent="0">
              <a:buNone/>
            </a:pPr>
            <a:r>
              <a:rPr dirty="0"/>
              <a:t>- Error models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&amp; DevOps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Frontend:</a:t>
            </a:r>
          </a:p>
          <a:p>
            <a:pPr marL="0" indent="0">
              <a:buNone/>
            </a:pPr>
            <a:r>
              <a:rPr dirty="0"/>
              <a:t>- Page structure</a:t>
            </a:r>
          </a:p>
          <a:p>
            <a:pPr marL="0" indent="0">
              <a:buNone/>
            </a:pPr>
            <a:r>
              <a:rPr dirty="0"/>
              <a:t>- Components</a:t>
            </a:r>
          </a:p>
          <a:p>
            <a:pPr marL="0" indent="0">
              <a:buNone/>
            </a:pPr>
            <a:r>
              <a:rPr dirty="0"/>
              <a:t>- API integration</a:t>
            </a:r>
          </a:p>
          <a:p>
            <a:endParaRPr dirty="0"/>
          </a:p>
          <a:p>
            <a:r>
              <a:rPr dirty="0"/>
              <a:t>DevOps:</a:t>
            </a:r>
          </a:p>
          <a:p>
            <a:pPr marL="0" indent="0">
              <a:buNone/>
            </a:pPr>
            <a:r>
              <a:rPr dirty="0"/>
              <a:t>- Docker</a:t>
            </a:r>
          </a:p>
          <a:p>
            <a:pPr marL="0" indent="0">
              <a:buNone/>
            </a:pPr>
            <a:r>
              <a:rPr dirty="0"/>
              <a:t>- CI/CD pipelines</a:t>
            </a:r>
          </a:p>
          <a:p>
            <a:pPr marL="0" indent="0">
              <a:buNone/>
            </a:pPr>
            <a:r>
              <a:rPr dirty="0"/>
              <a:t>- Environments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Task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Copilot can generate:</a:t>
            </a:r>
          </a:p>
          <a:p>
            <a:pPr marL="0" indent="0">
              <a:buNone/>
            </a:pPr>
            <a:r>
              <a:rPr dirty="0"/>
              <a:t>- Jira stories</a:t>
            </a:r>
          </a:p>
          <a:p>
            <a:pPr marL="0" indent="0">
              <a:buNone/>
            </a:pPr>
            <a:r>
              <a:rPr dirty="0"/>
              <a:t>- Sprint tasks</a:t>
            </a:r>
          </a:p>
          <a:p>
            <a:pPr marL="0" indent="0">
              <a:buNone/>
            </a:pPr>
            <a:r>
              <a:rPr dirty="0"/>
              <a:t>- Estimates</a:t>
            </a:r>
          </a:p>
          <a:p>
            <a:pPr marL="0" indent="0">
              <a:buNone/>
            </a:pPr>
            <a:r>
              <a:rPr dirty="0"/>
              <a:t>- Dependencies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to Organizations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- 40–60% faster development</a:t>
            </a:r>
          </a:p>
          <a:p>
            <a:pPr marL="0" indent="0">
              <a:buNone/>
            </a:pPr>
            <a:r>
              <a:rPr dirty="0"/>
              <a:t>- Standardized codebase</a:t>
            </a:r>
          </a:p>
          <a:p>
            <a:pPr marL="0" indent="0">
              <a:buNone/>
            </a:pPr>
            <a:r>
              <a:rPr dirty="0"/>
              <a:t>- Reduced onboarding time</a:t>
            </a:r>
          </a:p>
          <a:p>
            <a:pPr marL="0" indent="0">
              <a:buNone/>
            </a:pPr>
            <a:r>
              <a:rPr dirty="0"/>
              <a:t>- Improved quality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Requires human review</a:t>
            </a:r>
          </a:p>
          <a:p>
            <a:pPr marL="0" indent="0">
              <a:buNone/>
            </a:pPr>
            <a:r>
              <a:rPr dirty="0"/>
              <a:t>- Possible hallucinations</a:t>
            </a:r>
          </a:p>
          <a:p>
            <a:pPr marL="0" indent="0">
              <a:buNone/>
            </a:pPr>
            <a:r>
              <a:rPr dirty="0"/>
              <a:t>- Data sensitivity</a:t>
            </a:r>
          </a:p>
          <a:p>
            <a:pPr marL="0" indent="0">
              <a:buNone/>
            </a:pPr>
            <a:r>
              <a:rPr dirty="0"/>
              <a:t>- Over-reliance risk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Always review generated code</a:t>
            </a:r>
          </a:p>
          <a:p>
            <a:pPr marL="0" indent="0">
              <a:buNone/>
            </a:pPr>
            <a:r>
              <a:rPr dirty="0"/>
              <a:t>- Maintain coding standards</a:t>
            </a:r>
          </a:p>
          <a:p>
            <a:pPr marL="0" indent="0">
              <a:buNone/>
            </a:pPr>
            <a:r>
              <a:rPr dirty="0"/>
              <a:t>- Use security scanning</a:t>
            </a:r>
          </a:p>
          <a:p>
            <a:pPr marL="0" indent="0">
              <a:buNone/>
            </a:pPr>
            <a:r>
              <a:rPr dirty="0"/>
              <a:t>- Combine with code reviews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endParaRPr/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969</TotalTime>
  <Words>601</Words>
  <Application>Microsoft Office PowerPoint</Application>
  <PresentationFormat>On-screen Show (4:3)</PresentationFormat>
  <Paragraphs>171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 Light</vt:lpstr>
      <vt:lpstr>Rockwell</vt:lpstr>
      <vt:lpstr>Wingdings</vt:lpstr>
      <vt:lpstr>Atlas</vt:lpstr>
      <vt:lpstr>Session Objectives</vt:lpstr>
      <vt:lpstr>What is GitHub Copilot?</vt:lpstr>
      <vt:lpstr>Copilot Product Types</vt:lpstr>
      <vt:lpstr>New Capabilities Overview</vt:lpstr>
      <vt:lpstr>Demo Project</vt:lpstr>
      <vt:lpstr>Live Demo – Multi-file Generation</vt:lpstr>
      <vt:lpstr>Live Demo – Code Explanation</vt:lpstr>
      <vt:lpstr>Live Demo – Test Generation</vt:lpstr>
      <vt:lpstr>Live Demo – Refactoring &amp; Documentation</vt:lpstr>
      <vt:lpstr>Why Customize Copilot?</vt:lpstr>
      <vt:lpstr>Customization Mechanism</vt:lpstr>
      <vt:lpstr>Customization Example</vt:lpstr>
      <vt:lpstr>Before vs After Customization</vt:lpstr>
      <vt:lpstr>Security &amp; Compliance</vt:lpstr>
      <vt:lpstr>Copilot as Solution Architect</vt:lpstr>
      <vt:lpstr>Requirements Generation</vt:lpstr>
      <vt:lpstr>Architecture Planning</vt:lpstr>
      <vt:lpstr>Database &amp; API Design</vt:lpstr>
      <vt:lpstr>Frontend &amp; DevOps Planning</vt:lpstr>
      <vt:lpstr>Project Task Breakdown</vt:lpstr>
      <vt:lpstr>Benefits to Organizations</vt:lpstr>
      <vt:lpstr>Limitations &amp; Risks</vt:lpstr>
      <vt:lpstr>Best Practices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preeti singh</cp:lastModifiedBy>
  <cp:revision>16</cp:revision>
  <dcterms:created xsi:type="dcterms:W3CDTF">2013-01-27T09:14:16Z</dcterms:created>
  <dcterms:modified xsi:type="dcterms:W3CDTF">2026-01-22T03:51:58Z</dcterms:modified>
  <cp:category/>
</cp:coreProperties>
</file>